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complete compiler front-end for a custom mini-language called Mini-C, source files use the .mc extension. Flex handles scanning, Bison handles parsing, and the tree, symbol table, analysis and code generation are hand-written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was not just "make it compile" — it was to build something where every error is traceable to a line and a cause, and where each of us can defend our own code line by line in the viva.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language is deliberately small but complete enough to exercise every phase: typed declarations, three precedence families of operators, control flow, and nested scopes — which is what makes the symbol table and semantic analyser non-trivial.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left column then the right. Emphasise that phases 1 and 2 are generated from declarative specifications — we describe the tokens and the grammar, and Flex and Bison generate the C. Phases 3 through 6 are hand-written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for the dangling-else question — it is the most likely thing to be asked. The conflict is inherent to the grammar, Bison resolves it by preferring shift over reduce, and that produces the behaviour every C-family language has: else binds to the nearest 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symbol table is what makes scoping real. Stress the shadowing rule: the same name at two different levels is legal and the inner one wins; the same name twice at one level is a redeclaration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Semantic analysis is where a syntactically perfect program can still be rejected. Then TAC: explain why three addresses — it is the standard intermediate form because it maps almost directly onto machine instructions while staying architecture independent.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spend time on. Trace the while loop: L1 is the top of the loop, t1 holds the condition result, ifFalse jumps past the body to L2, and the unconditional goto L1 at the bottom closes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bison runs first: the lexer includes parser.tab.h, which only exists after bison -d has run. Reverse the order and the build fails on a missing header.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invalid set is deliberately spread across phases — one lexical, one syntactic, five semantic — so every layer of error reporting is exercised.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addresses the optional GUI requirement. Emphasise that it is not a mock-up — the server runs the compiled binary and parses its real output into the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naming the workflow explicitly — protected main, feature branches, pull requests — because the commit history is graded per person and this is where you show it was deliberate, not accidental.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20" kern="0" dirty="0">
                <a:solidFill>
                  <a:srgbClr val="E8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CONSTRUCTION LAB PROJECT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Mini-C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58368" y="272491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A0A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Compiler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58368" y="38770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six-phase compiler front-end built with Flex, Bison and 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4572000"/>
            <a:ext cx="10607040" cy="10973"/>
          </a:xfrm>
          <a:prstGeom prst="rect">
            <a:avLst/>
          </a:prstGeom>
          <a:solidFill>
            <a:srgbClr val="3A3A44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5093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 University, Bangladesh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0" y="4828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Mosaddeq Hussain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5138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Fariha Rahman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54498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Puspo Gondha Paul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set out to build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717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compiler front-end takes human-readable source code and produces a verified, machine-oriented intermediate representation.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31089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 covers every stage of that journey — from raw characters to three-address code — and reports precise, line-numbered errors at whichever stage detects them.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41330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413308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verified against a purpose-built test suite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47000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470001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name the line and the reason, never a bare failure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52669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526694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authored, and can defend, their own phases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664208"/>
            <a:ext cx="4946904" cy="4206240"/>
          </a:xfrm>
          <a:prstGeom prst="rect">
            <a:avLst/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883664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B22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156448" y="1929384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phases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56448" y="2249424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 through code generation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12864" y="2761488"/>
            <a:ext cx="428853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12864" y="2889504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B22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156448" y="2935224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156448" y="3255264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bool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12864" y="3767328"/>
            <a:ext cx="428853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2864" y="3895344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B22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156448" y="3941064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programs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156448" y="4261104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valid, 7 invalid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12864" y="4773168"/>
            <a:ext cx="428853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2864" y="4901184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B22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156448" y="4946904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classes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156448" y="5266944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caught, named and located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SPECIFICATION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Mini-C language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682496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9751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      float          bool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395728"/>
            <a:ext cx="5806440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56032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852928"/>
            <a:ext cx="5806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· assignment · print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· if-else · while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blocks with lexical scoping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" y="3858768"/>
            <a:ext cx="5806440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402336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43342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21408" y="433425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  %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47548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21408" y="475488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&gt;  &lt;=  &gt;=  ==  !=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51755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21408" y="517550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||  !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5632704"/>
            <a:ext cx="5806440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742432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carry the .mc extension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67728" y="1682496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program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67728" y="1975104"/>
            <a:ext cx="4562856" cy="4041648"/>
          </a:xfrm>
          <a:prstGeom prst="rect">
            <a:avLst/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2139696"/>
            <a:ext cx="408736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x;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y;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10;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0;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 &gt; 0) {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y + x;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 - 1;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(y &gt; 50) {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y;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x;</a:t>
            </a:r>
            <a:endParaRPr lang="en-US" sz="1300" dirty="0"/>
          </a:p>
          <a:p>
            <a:pPr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63459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context-free grammar, precedence table and the dangling-else note are documented in docs/GRAMMAR.md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Six phases, one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51790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consumes the output of the one before it. A failure halts the pipeline and reports at that stage.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" y="2011680"/>
            <a:ext cx="1371600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B22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572768" y="19933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72768" y="23225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src/lexer/lexer.l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72768" y="259689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scanner turns characters into tokens, tracking line numbers.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236976"/>
            <a:ext cx="5212080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011680"/>
            <a:ext cx="1371600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B22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223760" y="19933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223760" y="23225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src/parser/parser.y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259689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Bison LALR(1) parser validates structure against the grammar.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236976"/>
            <a:ext cx="5212080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493008"/>
            <a:ext cx="1371600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A9A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1572768" y="34747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Construction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572768" y="38039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src/ast/ast.c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72768" y="4078224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actions build a typed tree during the parse.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4718304"/>
            <a:ext cx="5212080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493008"/>
            <a:ext cx="1371600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A9A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7223760" y="34747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223760" y="38039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src/symbol_table/symtab.c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4078224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records of every identifier, its type and its level.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718304"/>
            <a:ext cx="5212080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974336"/>
            <a:ext cx="1371600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C9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1572768" y="495604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572768" y="52852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src/semantic/semantic.c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72768" y="555955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AST checking declarations, types and scope rules.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4974336"/>
            <a:ext cx="1371600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C9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7223760" y="495604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223760" y="52852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src/codegen/tac.c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555955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three-address code with temporaries and labels.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 &amp;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Scanning and parsing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609344"/>
            <a:ext cx="1371600" cy="83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22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527048" y="1609344"/>
            <a:ext cx="4288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27048" y="1947672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  ·  lexer.l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377440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523744"/>
            <a:ext cx="5047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keywords, identifiers, integer and float literals, operators and delimiters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yylineno tracks line numbers for every downstream error message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Populates yylval so literals and names reach the parser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Unrecognised characters are reported as lexical errors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4224528"/>
            <a:ext cx="5157216" cy="1371600"/>
          </a:xfrm>
          <a:prstGeom prst="rect">
            <a:avLst/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4389120"/>
            <a:ext cx="46817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%option noyywrap yylineno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656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"parser.tab.h"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[0-9]+  { yylval.ival = atoi(yytext);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return INT_LIT; 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73368" y="1609344"/>
            <a:ext cx="1371600" cy="83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22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242048" y="1609344"/>
            <a:ext cx="4288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42048" y="1947672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Bison  ·  parser.y  ·  LALR(1)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73368" y="2377440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523744"/>
            <a:ext cx="5047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encodes precedence and associativity for all three operator families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actions build AST nodes as the parse reduces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errors reported with the offending line number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%union carries typed values between grammar symbols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73368" y="4224528"/>
            <a:ext cx="5157216" cy="1371600"/>
          </a:xfrm>
          <a:prstGeom prst="rect">
            <a:avLst/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4389120"/>
            <a:ext cx="46817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%union {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ival;   float fval;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*sval;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ASTNode *node;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63459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Bison reports 1 shift/reduce conflict — the classic dangling-else ambiguity. It resolves by shifting, binding each else to the nearest unmatched if. Expected, documented, not a defect.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3 &amp;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Representing and recording the program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609344"/>
            <a:ext cx="1371600" cy="83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22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527048" y="1609344"/>
            <a:ext cx="4288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Syntax Tree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27048" y="1947672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ast.c  ·  ast.h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377440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523744"/>
            <a:ext cx="5157216" cy="1517904"/>
          </a:xfrm>
          <a:prstGeom prst="rect">
            <a:avLst/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688336"/>
            <a:ext cx="468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ASTNode {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NodeType type;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ASTNode *left,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*middle, *right;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ival; float fval;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*sval; int op;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ASTNode;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4169664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wiring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4480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/ WHILE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4480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= condition, middle = body, right = else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48097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66544" y="48097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= identifier, right = expression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5138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STMT_LIST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66544" y="51389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= earlier statements, right = newest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54681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BINOP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5468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 = operands, op = token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73368" y="1609344"/>
            <a:ext cx="1371600" cy="83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22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242048" y="1609344"/>
            <a:ext cx="4288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42048" y="1947672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symtab.c  ·  symtab.h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73368" y="2377440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2523744"/>
            <a:ext cx="5047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 declared identifier with its type and scope level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a block pushes a new scope; leaving it pops that scope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searches innermost scope outward, so inner declarations shadow outer ones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Redeclaration is only an error within the same scope level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73368" y="4315968"/>
            <a:ext cx="5157216" cy="1225296"/>
          </a:xfrm>
          <a:prstGeom prst="rect">
            <a:avLst/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1112" y="4480560"/>
            <a:ext cx="4681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a;        // scope 0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a;    // scope 1 - legal</a:t>
            </a:r>
            <a:endParaRPr lang="en-US" sz="1050" dirty="0"/>
          </a:p>
          <a:p>
            <a:pPr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Checking meaning, then lowering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609344"/>
            <a:ext cx="1371600" cy="83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22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527048" y="1609344"/>
            <a:ext cx="4288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27048" y="1947672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semantic.c  ·  a full walk of the AST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377440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50545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detected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28346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33856" y="2834640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an undeclared variable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3218688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2735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33856" y="3273552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Redeclaration within the same scope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657600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1246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3856" y="3712464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mismatch across an operator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4096512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15137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4151376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an incompatible type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4535424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5902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3856" y="4590288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 a variable outside its scope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" y="4974336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502920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3856" y="5029200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Non-boolean condition in if / while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" y="5541264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error names the line and the cause.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73368" y="1609344"/>
            <a:ext cx="1371600" cy="83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22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7242048" y="1609344"/>
            <a:ext cx="4288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Three-Address Code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242048" y="1947672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tac.c  ·  tac.h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73368" y="2377440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2523744"/>
            <a:ext cx="5047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instruction has at most three operands — one operator, two sources, one target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expressions are flattened using generated temporaries t1, t2, t3 …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becomes labels and conditional jumps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73368" y="3968496"/>
            <a:ext cx="5157216" cy="1572768"/>
          </a:xfrm>
          <a:prstGeom prst="rect">
            <a:avLst/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4133088"/>
            <a:ext cx="468172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656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a + b * c;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b * c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= a + t1</a:t>
            </a:r>
            <a:endParaRPr lang="en-US" sz="1150" dirty="0"/>
          </a:p>
          <a:p>
            <a:pPr indent="0" marL="0">
              <a:lnSpc>
                <a:spcPts val="1668"/>
              </a:lnSpc>
              <a:buNone/>
            </a:pPr>
            <a:r>
              <a:rPr lang="en-US" sz="115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= t2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program, end to 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60934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90195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programmer writes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2212848"/>
            <a:ext cx="3493008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359152"/>
            <a:ext cx="3493008" cy="3310128"/>
          </a:xfrm>
          <a:prstGeom prst="rect">
            <a:avLst/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523744"/>
            <a:ext cx="301752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x;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y;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10;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0;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 &gt; 0) {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= y + x;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x - 1;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160934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190195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the parser built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2212848"/>
            <a:ext cx="3493008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2359152"/>
            <a:ext cx="3493008" cy="3310128"/>
          </a:xfrm>
          <a:prstGeom prst="rect">
            <a:avLst/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2523744"/>
            <a:ext cx="301752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STMT_LIST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 int x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 int y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ASSIGN x = 10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ASSIGN y = 0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cond: x &gt; 0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body: STMT_LIST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02752" y="160934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Three-address code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190195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hand to a back 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02752" y="2212848"/>
            <a:ext cx="3493008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2359152"/>
            <a:ext cx="3493008" cy="3310128"/>
          </a:xfrm>
          <a:prstGeom prst="rect">
            <a:avLst/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0496" y="2523744"/>
            <a:ext cx="301752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0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L1: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x &gt; 0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ifFalse t1 goto L2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= y + x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t2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 = x - 1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t3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 L1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37490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28432" y="37490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" y="63459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condition is evaluated into a temporary, then a conditional jump skips the body — the same shape a real back end would emit.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Toolchain and build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Makefile drives the whole build. Order matters: Bison must run first because the scanner includes the token definitions the parser generates.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75104"/>
            <a:ext cx="6858000" cy="2286000"/>
          </a:xfrm>
          <a:prstGeom prst="rect">
            <a:avLst/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39696"/>
            <a:ext cx="63825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bison -d src/parser/parser.y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  src/lexer/lexer.l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-I. parser.tab.c lex.yy.c \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src/ast/ast.c \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src/symbol_table/symtab.c \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src/semantic/semantic.c \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src/codegen/tac.c -o compiler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43342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</a:t>
            </a:r>
            <a:pPr indent="0" marL="0"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parser.tab.h   ·   </a:t>
            </a:r>
            <a:pPr indent="0" marL="0">
              <a:buNone/>
            </a:pPr>
            <a:r>
              <a:rPr lang="en-US" sz="12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-I. </a:t>
            </a:r>
            <a:pPr indent="0" marL="0">
              <a:buNone/>
            </a:pPr>
            <a:r>
              <a:rPr lang="en-US" sz="120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every source find that header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4791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5102352"/>
            <a:ext cx="6858000" cy="804672"/>
          </a:xfrm>
          <a:prstGeom prst="rect">
            <a:avLst/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5266944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./compiler &lt; tests/valid/complete_program.mc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19288" y="1975104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19288" y="2340864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19288" y="2596896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generator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9288" y="2926080"/>
            <a:ext cx="351129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9288" y="3054096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19288" y="331012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LALR(1) parser generator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19288" y="3639312"/>
            <a:ext cx="351129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19288" y="376732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19288" y="40233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generated and hand-written 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19288" y="4352544"/>
            <a:ext cx="351129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19288" y="44805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19288" y="4736592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one-command build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19288" y="5065776"/>
            <a:ext cx="351129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19288" y="5193792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19288" y="5449824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branches, protected main, PR review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" y="63459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artefacts — lex.yy.c, parser.tab.c/.h, object files and the binary — are excluded from version control.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Proving each phase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5179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programs, each paired with a captured expected-output file. Valid programs must compile cleanly; invalid programs must be rejected at the correct phase with the correct message.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" y="201168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22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  </a:t>
            </a:r>
            <a:pPr indent="0" marL="0">
              <a:buNone/>
            </a:pPr>
            <a:r>
              <a:rPr lang="en-US" sz="160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programs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450592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compile and produce correct TAC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2779776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889504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arithmetic.mc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273552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346704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assignment.mc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3730752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803904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declaration.mc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4187952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261104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if_else.mc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4645152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718304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while.mc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5102352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175504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complete_program.mc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3368" y="201168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  </a:t>
            </a:r>
            <a:pPr indent="0" marL="0">
              <a:buNone/>
            </a:pPr>
            <a:r>
              <a:rPr lang="en-US" sz="1600" b="1" dirty="0">
                <a:solidFill>
                  <a:srgbClr val="17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programs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73368" y="2450592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rejected at the right phase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73368" y="2779776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28895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lexical_error.mc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19488" y="2889504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73368" y="3218688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2826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syntax_error.mc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19488" y="3282696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73368" y="3611880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36758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undeclared_variable.mc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19488" y="3675888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73368" y="4005072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40690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redeclaration.mc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19488" y="4069080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73368" y="4398264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3368" y="44622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type_mismatch.mc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19488" y="446227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73368" y="4791456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48554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scope_violation.mc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19488" y="4855464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73368" y="5184648"/>
            <a:ext cx="5157216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3368" y="52486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invalid_assignment.mc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19488" y="5248656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5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58368" y="63459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ships with a .out file holding the expected compiler output, so regressions are visible immediately.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GRAPHICAL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browser front-end for the compiler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60934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 server invokes the real ./compiler binary and streams each phase back to a browser interface. Nothing is simulated — what the browser shows is exactly what the terminal shows.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999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or paste a .mc program in the browser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3328416"/>
            <a:ext cx="5029200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730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AST, semantic analysis, TAC and raw output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4059936"/>
            <a:ext cx="5029200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binary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4462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Flask backend shells out to ./compiler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791456"/>
            <a:ext cx="5029200" cy="10973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937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51937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in the tab of the phase that caught them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57058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web/server.py   →   127.0.0.1:5000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6208" y="1609344"/>
            <a:ext cx="5294376" cy="4279392"/>
          </a:xfrm>
          <a:prstGeom prst="rect">
            <a:avLst/>
          </a:prstGeom>
          <a:solidFill>
            <a:srgbClr val="F1F1F4"/>
          </a:solidFill>
          <a:ln w="12700">
            <a:solidFill>
              <a:srgbClr val="F1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609344"/>
            <a:ext cx="5294376" cy="402336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1746504"/>
            <a:ext cx="137160" cy="137160"/>
          </a:xfrm>
          <a:prstGeom prst="ellipse">
            <a:avLst/>
          </a:prstGeom>
          <a:solidFill>
            <a:srgbClr val="D96C6C"/>
          </a:solidFill>
          <a:ln w="12700">
            <a:solidFill>
              <a:srgbClr val="D96C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56832" y="1746504"/>
            <a:ext cx="137160" cy="137160"/>
          </a:xfrm>
          <a:prstGeom prst="ellipse">
            <a:avLst/>
          </a:prstGeom>
          <a:solidFill>
            <a:srgbClr val="D9B36C"/>
          </a:solidFill>
          <a:ln w="12700">
            <a:solidFill>
              <a:srgbClr val="D9B3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94576" y="1746504"/>
            <a:ext cx="137160" cy="137160"/>
          </a:xfrm>
          <a:prstGeom prst="ellipse">
            <a:avLst/>
          </a:prstGeom>
          <a:solidFill>
            <a:srgbClr val="8FB98F"/>
          </a:solidFill>
          <a:ln w="12700">
            <a:solidFill>
              <a:srgbClr val="8FB9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2048" y="1609344"/>
            <a:ext cx="4105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 Compiler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19088" y="2157984"/>
            <a:ext cx="492861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0256" y="2304288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7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 + 3 * 2;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4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x;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19088" y="3840480"/>
            <a:ext cx="1060704" cy="36576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384048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71232" y="3840480"/>
            <a:ext cx="1060704" cy="36576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384048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723376" y="3840480"/>
            <a:ext cx="1060704" cy="365760"/>
          </a:xfrm>
          <a:prstGeom prst="rect">
            <a:avLst/>
          </a:prstGeom>
          <a:solidFill>
            <a:srgbClr val="9B2242"/>
          </a:solidFill>
          <a:ln w="12700">
            <a:solidFill>
              <a:srgbClr val="9B22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23376" y="384048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875520" y="3840480"/>
            <a:ext cx="1060704" cy="36576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384048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56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19088" y="4315968"/>
            <a:ext cx="4928616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0256" y="4462272"/>
            <a:ext cx="45262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3 * 2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= 5 + t1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= t2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B2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x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we worked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0078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Mosaddeq Hussain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99339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analyser · Build system · Three-address code · Web interface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2414016"/>
            <a:ext cx="5852160" cy="10973"/>
          </a:xfrm>
          <a:prstGeom prst="rect">
            <a:avLst/>
          </a:prstGeom>
          <a:solidFill>
            <a:srgbClr val="3A3A44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59689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Fariha Rahman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8895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&amp; grammar · AST · Symbol table · Semantic analyser · Report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3310128"/>
            <a:ext cx="5852160" cy="10973"/>
          </a:xfrm>
          <a:prstGeom prst="rect">
            <a:avLst/>
          </a:prstGeom>
          <a:solidFill>
            <a:srgbClr val="3A3A44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4930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Puspo Gondha Paul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37856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— valid &amp; invalid programs with expected output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4206240"/>
            <a:ext cx="5852160" cy="10973"/>
          </a:xfrm>
          <a:prstGeom prst="rect">
            <a:avLst/>
          </a:prstGeom>
          <a:solidFill>
            <a:srgbClr val="3A3A44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0608" y="1700784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discipline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50608" y="213969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07808" y="2139696"/>
            <a:ext cx="3922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protected — no direct pushes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50608" y="259689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07808" y="2596896"/>
            <a:ext cx="3922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on its own feature branch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50608" y="305409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07808" y="3054096"/>
            <a:ext cx="3922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only through a pull request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50608" y="351129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07808" y="3511296"/>
            <a:ext cx="3922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file ownership per member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50608" y="396849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07808" y="3968496"/>
            <a:ext cx="3922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artefacts never committed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4828032"/>
            <a:ext cx="10607040" cy="10973"/>
          </a:xfrm>
          <a:prstGeom prst="rect">
            <a:avLst/>
          </a:prstGeom>
          <a:solidFill>
            <a:srgbClr val="3A3A44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04748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All six phases implemented, integrated and verified.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58368" y="546811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build · 13 tests passing · documented grammar · bonus GUI delivered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5047488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A0A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412480" y="548640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Mini-C Compiler — CC Lab Project</dc:title>
  <dc:subject>PptxGenJS Presentation</dc:subject>
  <dc:creator>Mosaddeq Hussain</dc:creator>
  <cp:lastModifiedBy>Mosaddeq Hussain</cp:lastModifiedBy>
  <cp:revision>1</cp:revision>
  <dcterms:created xsi:type="dcterms:W3CDTF">2026-08-01T08:01:47Z</dcterms:created>
  <dcterms:modified xsi:type="dcterms:W3CDTF">2026-08-01T08:01:47Z</dcterms:modified>
</cp:coreProperties>
</file>